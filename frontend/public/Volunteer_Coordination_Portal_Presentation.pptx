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Volunteer Coordination Portal for Disaster Relief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system for volunteer tracking, scheduling, and real‑time coordination.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Manual volunteer coordination is slow</a:t>
            </a:r>
          </a:p>
          <a:p>
            <a:r>
              <a:t>• Hard to track skills &amp; availability</a:t>
            </a:r>
          </a:p>
          <a:p>
            <a:r>
              <a:t>• Inefficient task assignment</a:t>
            </a:r>
          </a:p>
          <a:p>
            <a:r>
              <a:t>• Lack of real‑time communication</a:t>
            </a:r>
          </a:p>
          <a:p>
            <a:r>
              <a:t>• Chaos during emergencies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centralized portal with:</a:t>
            </a:r>
          </a:p>
          <a:p>
            <a:r>
              <a:t>• Volunteer registration &amp; profiles</a:t>
            </a:r>
          </a:p>
          <a:p>
            <a:r>
              <a:t>• Real‑time scheduling</a:t>
            </a:r>
          </a:p>
          <a:p>
            <a:r>
              <a:t>• Task assignment</a:t>
            </a:r>
          </a:p>
          <a:p>
            <a:r>
              <a:t>• Live location tracking</a:t>
            </a:r>
          </a:p>
          <a:p>
            <a:r>
              <a:t>• Emergency notifications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Users → Web/Mobile App → Node.js Backend → Database</a:t>
            </a:r>
          </a:p>
          <a:p>
            <a:r>
              <a:t>+ Maps API + Notification Service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Modules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Volunteer Module:</a:t>
            </a:r>
          </a:p>
          <a:p>
            <a:r>
              <a:t>• Profile, skills, availability</a:t>
            </a:r>
          </a:p>
          <a:p>
            <a:r>
              <a:t>• Location sharing</a:t>
            </a:r>
          </a:p>
          <a:p>
            <a:r>
              <a:t>• Task updates</a:t>
            </a:r>
          </a:p>
          <a:p/>
          <a:p>
            <a:r>
              <a:t>Admin Module:</a:t>
            </a:r>
          </a:p>
          <a:p>
            <a:r>
              <a:t>• Scheduling</a:t>
            </a:r>
          </a:p>
          <a:p>
            <a:r>
              <a:t>• Live map view</a:t>
            </a:r>
          </a:p>
          <a:p>
            <a:r>
              <a:t>• Reports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Frontend: React / HTML / CSS</a:t>
            </a:r>
          </a:p>
          <a:p>
            <a:r>
              <a:t>Backend: Node.js + Express</a:t>
            </a:r>
          </a:p>
          <a:p>
            <a:r>
              <a:t>Database: PostgreSQL / MongoDB</a:t>
            </a:r>
          </a:p>
          <a:p>
            <a:r>
              <a:t>APIs: Google Maps API</a:t>
            </a:r>
          </a:p>
          <a:p>
            <a:r>
              <a:t>Auth: JWT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My Technical Knowledge Helps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DBMS → scalable storage</a:t>
            </a:r>
          </a:p>
          <a:p>
            <a:r>
              <a:t>• Web dev → user-friendly portal</a:t>
            </a:r>
          </a:p>
          <a:p>
            <a:r>
              <a:t>• APIs → real‑time updates</a:t>
            </a:r>
          </a:p>
          <a:p>
            <a:r>
              <a:t>• Problem solving → optimized scheduling</a:t>
            </a:r>
          </a:p>
          <a:p>
            <a:r>
              <a:t>• Networking → reliable communication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Benefits &amp;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Faster response</a:t>
            </a:r>
          </a:p>
          <a:p>
            <a:r>
              <a:t>• Efficient volunteer usage</a:t>
            </a:r>
          </a:p>
          <a:p>
            <a:r>
              <a:t>• Real‑time coordination</a:t>
            </a:r>
          </a:p>
          <a:p>
            <a:r>
              <a:t>• Less miscommunication</a:t>
            </a:r>
          </a:p>
          <a:p>
            <a:r>
              <a:t>• Transparency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Technology-driven disaster relief.</a:t>
            </a:r>
          </a:p>
          <a:p>
            <a:r>
              <a:t>Efficient. Fast. Organized.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