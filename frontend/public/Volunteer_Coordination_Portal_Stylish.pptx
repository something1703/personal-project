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0B4"/>
                </a:solidFill>
              </a:defRPr>
            </a:pPr>
            <a:r>
              <a:t>📌 Volunteer Coordination Portal for Disaster Relief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A system for volunteer tracking, scheduling and real-time coordination.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8229600" cy="45720"/>
          </a:xfrm>
          <a:prstGeom prst="rect">
            <a:avLst/>
          </a:prstGeom>
          <a:solidFill>
            <a:srgbClr val="1E5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0B4"/>
                </a:solidFill>
              </a:defRPr>
            </a:pPr>
            <a:r>
              <a:t>⚠️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• Manual volunteer coordination is slow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Hard to track skills &amp; availability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Inefficient task assignment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No real-time communication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Chaos during emergencies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8229600" cy="45720"/>
          </a:xfrm>
          <a:prstGeom prst="rect">
            <a:avLst/>
          </a:prstGeom>
          <a:solidFill>
            <a:srgbClr val="1E5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0B4"/>
                </a:solidFill>
              </a:defRPr>
            </a:pPr>
            <a:r>
              <a:t>💡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A centralized portal with: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Volunteer registration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Real-time scheduling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Task assignment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Live location tracking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Alerts &amp; notifications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8229600" cy="45720"/>
          </a:xfrm>
          <a:prstGeom prst="rect">
            <a:avLst/>
          </a:prstGeom>
          <a:solidFill>
            <a:srgbClr val="1E5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0B4"/>
                </a:solidFill>
              </a:defRPr>
            </a:pPr>
            <a:r>
              <a:t>🧩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Users → Web/Mobile App → Node.js Backend → Database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+ Maps API + Notification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8229600" cy="45720"/>
          </a:xfrm>
          <a:prstGeom prst="rect">
            <a:avLst/>
          </a:prstGeom>
          <a:solidFill>
            <a:srgbClr val="1E5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0B4"/>
                </a:solidFill>
              </a:defRPr>
            </a:pPr>
            <a:r>
              <a:t>🧑‍🤝‍🧑 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Volunteer Module: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Profile, skills, availability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Location sharing</a:t>
            </a:r>
          </a:p>
          <a:p>
            <a:pPr>
              <a:defRPr sz="2400">
                <a:solidFill>
                  <a:srgbClr val="3C3C3C"/>
                </a:solidFill>
              </a:defRPr>
            </a:pP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Admin Module: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Scheduling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Live map view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8229600" cy="45720"/>
          </a:xfrm>
          <a:prstGeom prst="rect">
            <a:avLst/>
          </a:prstGeom>
          <a:solidFill>
            <a:srgbClr val="1E5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0B4"/>
                </a:solidFill>
              </a:defRPr>
            </a:pPr>
            <a:r>
              <a:t>🛠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Frontend: React / HTML / CSS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Backend: Node.js + Express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Database: PostgreSQL / MongoDB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API: Maps API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Auth: 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8229600" cy="45720"/>
          </a:xfrm>
          <a:prstGeom prst="rect">
            <a:avLst/>
          </a:prstGeom>
          <a:solidFill>
            <a:srgbClr val="1E5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0B4"/>
                </a:solidFill>
              </a:defRPr>
            </a:pPr>
            <a:r>
              <a:t>🎯 How My Technical Knowledge Helps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• DBMS → scalable storage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Web dev → user-friendly portal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APIs → real-time updates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Problem solving → optimized scheduling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Networking → reliable communication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8229600" cy="45720"/>
          </a:xfrm>
          <a:prstGeom prst="rect">
            <a:avLst/>
          </a:prstGeom>
          <a:solidFill>
            <a:srgbClr val="1E5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0B4"/>
                </a:solidFill>
              </a:defRPr>
            </a:pPr>
            <a:r>
              <a:t>🌟 Benefits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• Faster response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Efficient volunteer usage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Real-time coordination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Less miscommunication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• Transparency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8229600" cy="45720"/>
          </a:xfrm>
          <a:prstGeom prst="rect">
            <a:avLst/>
          </a:prstGeom>
          <a:solidFill>
            <a:srgbClr val="1E5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0B4"/>
                </a:solidFill>
              </a:defRPr>
            </a:pPr>
            <a:r>
              <a:t>🏁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Technology-driven disaster relief.</a:t>
            </a:r>
          </a:p>
          <a:p>
            <a:pPr>
              <a:defRPr sz="2400">
                <a:solidFill>
                  <a:srgbClr val="3C3C3C"/>
                </a:solidFill>
              </a:defRPr>
            </a:pPr>
            <a:r>
              <a:t>Efficient. Fast. Organized.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8229600" cy="45720"/>
          </a:xfrm>
          <a:prstGeom prst="rect">
            <a:avLst/>
          </a:prstGeom>
          <a:solidFill>
            <a:srgbClr val="1E50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